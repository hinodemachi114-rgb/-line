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photoAlbum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5684" autoAdjust="0"/>
    <p:restoredTop sz="94660"/>
  </p:normalViewPr>
  <p:slideViewPr>
    <p:cSldViewPr snapToGrid="0">
      <p:cViewPr varScale="1">
        <p:scale>
          <a:sx n="67" d="100"/>
          <a:sy n="67" d="100"/>
        </p:scale>
        <p:origin x="331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114EE-2281-4043-93E0-B60A216910F5}" type="datetimeFigureOut">
              <a:rPr kumimoji="1" lang="ja-JP" altLang="en-US" smtClean="0"/>
              <a:t>2026/1/7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7F095-358D-41FA-A9E2-15E4B9B7C80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175242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114EE-2281-4043-93E0-B60A216910F5}" type="datetimeFigureOut">
              <a:rPr kumimoji="1" lang="ja-JP" altLang="en-US" smtClean="0"/>
              <a:t>2026/1/7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7F095-358D-41FA-A9E2-15E4B9B7C80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849159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114EE-2281-4043-93E0-B60A216910F5}" type="datetimeFigureOut">
              <a:rPr kumimoji="1" lang="ja-JP" altLang="en-US" smtClean="0"/>
              <a:t>2026/1/7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7F095-358D-41FA-A9E2-15E4B9B7C80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685813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114EE-2281-4043-93E0-B60A216910F5}" type="datetimeFigureOut">
              <a:rPr kumimoji="1" lang="ja-JP" altLang="en-US" smtClean="0"/>
              <a:t>2026/1/7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7F095-358D-41FA-A9E2-15E4B9B7C80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934747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114EE-2281-4043-93E0-B60A216910F5}" type="datetimeFigureOut">
              <a:rPr kumimoji="1" lang="ja-JP" altLang="en-US" smtClean="0"/>
              <a:t>2026/1/7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7F095-358D-41FA-A9E2-15E4B9B7C80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553506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114EE-2281-4043-93E0-B60A216910F5}" type="datetimeFigureOut">
              <a:rPr kumimoji="1" lang="ja-JP" altLang="en-US" smtClean="0"/>
              <a:t>2026/1/7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7F095-358D-41FA-A9E2-15E4B9B7C80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752082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114EE-2281-4043-93E0-B60A216910F5}" type="datetimeFigureOut">
              <a:rPr kumimoji="1" lang="ja-JP" altLang="en-US" smtClean="0"/>
              <a:t>2026/1/7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7F095-358D-41FA-A9E2-15E4B9B7C80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453849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114EE-2281-4043-93E0-B60A216910F5}" type="datetimeFigureOut">
              <a:rPr kumimoji="1" lang="ja-JP" altLang="en-US" smtClean="0"/>
              <a:t>2026/1/7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7F095-358D-41FA-A9E2-15E4B9B7C80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050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114EE-2281-4043-93E0-B60A216910F5}" type="datetimeFigureOut">
              <a:rPr kumimoji="1" lang="ja-JP" altLang="en-US" smtClean="0"/>
              <a:t>2026/1/7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7F095-358D-41FA-A9E2-15E4B9B7C80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75215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114EE-2281-4043-93E0-B60A216910F5}" type="datetimeFigureOut">
              <a:rPr kumimoji="1" lang="ja-JP" altLang="en-US" smtClean="0"/>
              <a:t>2026/1/7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7F095-358D-41FA-A9E2-15E4B9B7C80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366906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114EE-2281-4043-93E0-B60A216910F5}" type="datetimeFigureOut">
              <a:rPr kumimoji="1" lang="ja-JP" altLang="en-US" smtClean="0"/>
              <a:t>2026/1/7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7F095-358D-41FA-A9E2-15E4B9B7C80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10780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5114EE-2281-4043-93E0-B60A216910F5}" type="datetimeFigureOut">
              <a:rPr kumimoji="1" lang="ja-JP" altLang="en-US" smtClean="0"/>
              <a:t>2026/1/7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27F095-358D-41FA-A9E2-15E4B9B7C80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234556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 descr="福岡市薬剤師会 LINEリニューアル提案書_page-0001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06935" y="-1119673"/>
            <a:ext cx="14004063" cy="9899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42372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 descr="福岡市薬剤師会 LINEリニューアル提案書_page-0002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94867" y="-1455576"/>
            <a:ext cx="12552182" cy="8873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35065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 descr="福岡市薬剤師会 LINEリニューアル提案書_page-0003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176" y="-843337"/>
            <a:ext cx="11738916" cy="8298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5936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 descr="福岡市薬剤師会 LINEリニューアル提案書_page-0004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224" y="-327521"/>
            <a:ext cx="10824516" cy="7652087"/>
          </a:xfrm>
          <a:prstGeom prst="rect">
            <a:avLst/>
          </a:prstGeom>
        </p:spPr>
      </p:pic>
      <p:sp>
        <p:nvSpPr>
          <p:cNvPr id="3" name="正方形/長方形 2"/>
          <p:cNvSpPr/>
          <p:nvPr/>
        </p:nvSpPr>
        <p:spPr>
          <a:xfrm>
            <a:off x="9815804" y="-475861"/>
            <a:ext cx="1054359" cy="96105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458873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 descr="福岡市薬剤師会 LINEリニューアル提案書_page-0005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908815"/>
            <a:ext cx="12401390" cy="8766815"/>
          </a:xfrm>
          <a:prstGeom prst="rect">
            <a:avLst/>
          </a:prstGeom>
        </p:spPr>
      </p:pic>
      <p:pic>
        <p:nvPicPr>
          <p:cNvPr id="3" name="図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094" y="1317039"/>
            <a:ext cx="10483446" cy="5718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60346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 descr="福岡市薬剤師会 LINEリニューアル提案書_page-0006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120848"/>
            <a:ext cx="12569340" cy="8885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10784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 descr="福岡市薬剤師会 LINEリニューアル提案書_page-0007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294" y="-1408923"/>
            <a:ext cx="12077021" cy="8537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52176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 descr="福岡市薬剤師会 LINEリニューアル提案書_page-0008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199344"/>
            <a:ext cx="11542973" cy="8159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06939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 descr="福岡市薬剤師会 LINEリニューアル提案書_page-0009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256" y="-1343974"/>
            <a:ext cx="11813561" cy="8351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69808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 descr="福岡市薬剤師会 LINEリニューアル提案書_page-0010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133" y="-1139348"/>
            <a:ext cx="11906867" cy="8417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70928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132</TotalTime>
  <Words>0</Words>
  <Application>Microsoft Office PowerPoint</Application>
  <PresentationFormat>ワイド画面</PresentationFormat>
  <Paragraphs>0</Paragraphs>
  <Slides>10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野方店</dc:creator>
  <cp:lastModifiedBy>taichi simizu</cp:lastModifiedBy>
  <cp:revision>2</cp:revision>
  <dcterms:created xsi:type="dcterms:W3CDTF">2026-01-06T07:45:12Z</dcterms:created>
  <dcterms:modified xsi:type="dcterms:W3CDTF">2026-01-07T07:05:19Z</dcterms:modified>
</cp:coreProperties>
</file>